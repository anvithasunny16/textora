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Integration in Academic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Methodological Innovations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and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conclusion, modern natural language processing serves as a testament to algorithmic progress. Moreover, multifaceted models delve into research archives with unprecedented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